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54B3-9137-8F9A-8963-04F1533FF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86639-3B34-7A9E-6029-93EC0C01D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FB62E-07EA-35E5-9520-2C3A5BA6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4DEEC-D1E6-0EFB-EE19-21F8D384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A850-28E0-4BE6-B21B-2885DBA4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0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BD74-9046-EC97-F2CD-8FAE9213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19E4-211B-5637-A143-ACCE75D41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A280-D9DA-3493-C329-36F0F379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0EAF-A13A-148B-D8AC-E969448D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2273-F4AB-1877-BAED-FEC2CC5B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4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D8A7-C9ED-308A-9C3C-CCD59BF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CD710-B6C4-564E-660C-ED8504C2B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391CA-2731-DE52-05C8-BFB6A04D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0904-8707-D73E-C5BB-FF5E74F0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6805F-81E5-8820-3C72-1BE35321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0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0F40-8AA7-A915-7165-6AA2EE40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7075-657E-8BA4-B2B8-D1839C25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907BE-A344-6687-9693-C6008B834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B7F8D-5384-0857-CE1B-624333CF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94422-3A94-780B-4D7D-5532E52B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895BA-A9AE-100C-9AE0-8B9E317F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8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E262-F873-9840-38AF-0C7704A0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2928F-E9C2-43A1-03EB-B922D9083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1D4F5-1400-70EE-CD69-63BBAC210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E5299-B708-43B2-4EB4-EC67BFCA5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C6EC8-8361-3268-252B-1CBDBD764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4E618-EACB-02E1-146B-564F1581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A605E-8BD0-B8B5-177A-CFFE9BCF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8293C-C478-9673-FF91-6DC14503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E1FC-C1D8-1E9D-ACE5-3B10254F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B7B3C-B7E2-4B40-891E-09FED6CA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D42A1-5D40-57A5-56B0-B7D6A023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D468E-F298-F747-5CE4-0E6797DF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8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B2F4D-7208-554F-2C31-59B4F8B9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D8395-8257-77B8-C8ED-44B10853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1F780-3E41-C682-E745-02B1F126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342D-82CD-BD4A-3605-13F460C0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52749-E07F-7D0E-5EC0-3EB08E0D7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A5DD1-B8B5-8709-A6FD-2D2B50B58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43A8E-7940-33CB-2417-69C6026C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328E8-7CD4-6F0A-2005-F3DCF790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2A9F-1A1F-FFDD-95C1-40788DF2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4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578C-08D4-F6D3-87BB-E7D5491D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95A74-DC50-3631-CD64-77C466CE5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C2B33-F934-FEFA-3E8A-4F9CED5A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B3D97-9991-8033-456D-E265B793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AEF4A-040E-CF35-1949-0BE561C0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81FDD-71FC-60C6-8A91-3A8E62DC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8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0044-4F3C-3591-5F73-4B343524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7419D-964D-EF1A-A735-3F268368B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8F21-887A-870F-5EFD-A703120F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650E-1FD8-48CA-82C8-3DCFD926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E05E-E3F2-6B99-CDF6-BC1AFEE1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9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A76B8-9C1C-F9DA-9764-B11D641E8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EF4C6-E348-3E01-5E49-3DB67C0D7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00D64-3E5C-8625-468C-F1750ED9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59BDB-BF01-D951-22B1-B3A88409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40886-D315-F4F1-7725-B5F12F42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0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56166F-D23F-BC42-D9A1-BB521562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46920-D0C6-7762-32E4-0C1F82DAE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BE692-410A-1C3B-B362-6198B6559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45EEC-825C-4DF3-91C0-7DF97A48AF0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6513A-EDD0-7F03-2B91-364B8D057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BA67-4FE3-6900-3137-FBB5B7E7A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DA258-B1AF-4F89-864E-4282E6DC0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0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EA0ADE-DFC0-0D5D-5F6E-A2CF4D9DE65A}"/>
              </a:ext>
            </a:extLst>
          </p:cNvPr>
          <p:cNvSpPr txBox="1"/>
          <p:nvPr/>
        </p:nvSpPr>
        <p:spPr>
          <a:xfrm>
            <a:off x="314960" y="182880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Visual Aid QC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18AEAA-CB6B-ED7D-EAB5-A3050AEF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95693"/>
              </p:ext>
            </p:extLst>
          </p:nvPr>
        </p:nvGraphicFramePr>
        <p:xfrm>
          <a:off x="1656080" y="748434"/>
          <a:ext cx="9265920" cy="4478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78326988"/>
                    </a:ext>
                  </a:extLst>
                </a:gridCol>
                <a:gridCol w="3088640">
                  <a:extLst>
                    <a:ext uri="{9D8B030D-6E8A-4147-A177-3AD203B41FA5}">
                      <a16:colId xmlns:a16="http://schemas.microsoft.com/office/drawing/2014/main" val="2243570359"/>
                    </a:ext>
                  </a:extLst>
                </a:gridCol>
                <a:gridCol w="3088640">
                  <a:extLst>
                    <a:ext uri="{9D8B030D-6E8A-4147-A177-3AD203B41FA5}">
                      <a16:colId xmlns:a16="http://schemas.microsoft.com/office/drawing/2014/main" val="2784945717"/>
                    </a:ext>
                  </a:extLst>
                </a:gridCol>
              </a:tblGrid>
              <a:tr h="7786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173183"/>
                  </a:ext>
                </a:extLst>
              </a:tr>
              <a:tr h="1233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Bond Over size : </a:t>
                      </a:r>
                      <a:r>
                        <a:rPr lang="th-TH" dirty="0"/>
                        <a:t>ลูกบอลต้องกลมสมส่วนด้านบนและด้านซ้ายขวาต้องมองเห็น พื้นสีขาวของ </a:t>
                      </a:r>
                      <a:r>
                        <a:rPr lang="en-US" dirty="0"/>
                        <a:t>Pad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78530"/>
                  </a:ext>
                </a:extLst>
              </a:tr>
              <a:tr h="123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Bond Not centering : </a:t>
                      </a:r>
                      <a:r>
                        <a:rPr lang="th-TH" dirty="0"/>
                        <a:t>ลูกบอลต้องอยู่ตรงกลางถูกต้องตาม </a:t>
                      </a:r>
                      <a:r>
                        <a:rPr lang="en-US" dirty="0"/>
                        <a:t>Bonding diagram </a:t>
                      </a:r>
                      <a:r>
                        <a:rPr lang="th-TH" dirty="0"/>
                        <a:t>ไม่ชิดขอบ </a:t>
                      </a:r>
                      <a:r>
                        <a:rPr lang="en-US" dirty="0"/>
                        <a:t>Pad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299815"/>
                  </a:ext>
                </a:extLst>
              </a:tr>
              <a:tr h="1233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Weld Damage : Weld </a:t>
                      </a:r>
                      <a:r>
                        <a:rPr lang="th-TH" dirty="0"/>
                        <a:t>ต้องสมส่วน ไม่มีลักษณะแตกหรือมีรอยของการ </a:t>
                      </a:r>
                      <a:r>
                        <a:rPr lang="en-US" dirty="0"/>
                        <a:t>crack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81837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5228CD2-9FF3-DDD4-EAA7-DD8C334B9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504" y="1631200"/>
            <a:ext cx="1703441" cy="10668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42D879-0E55-956A-5F54-3FE082CBD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34" y="4167612"/>
            <a:ext cx="1066892" cy="8458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10584B-E899-A40D-3854-0A57C3C03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802" y="4094731"/>
            <a:ext cx="1146098" cy="9187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A3CE84-2667-2BCE-B9F5-9BCC8FE4D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259" y="1690756"/>
            <a:ext cx="1543155" cy="9054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553CA2-84DA-3526-0CEE-1363448412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5506675" y="2990812"/>
            <a:ext cx="1036410" cy="876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635BC2-AD7E-6686-E72D-7BF33B5308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559" y="2865071"/>
            <a:ext cx="952583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9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Thanaphong Khattiya - B19277</dc:creator>
  <cp:lastModifiedBy>Thanaphong Khattiya - B19277</cp:lastModifiedBy>
  <cp:revision>2</cp:revision>
  <dcterms:created xsi:type="dcterms:W3CDTF">2026-06-20T07:33:55Z</dcterms:created>
  <dcterms:modified xsi:type="dcterms:W3CDTF">2026-06-20T10:48:09Z</dcterms:modified>
</cp:coreProperties>
</file>